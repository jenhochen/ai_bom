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ed5d1800-63fb-c772-961c-0488df8defbb}">
          <p14:sldIdLst>
            <p14:sldId id="256"/>
            <p14:sldId id="257"/>
          </p14:sldIdLst>
        </p14:section>
        <p14:section name="認識工具" id="{764287c5-9a98-cdae-a26e-e179de335e80}">
          <p14:sldIdLst>
            <p14:sldId id="258"/>
            <p14:sldId id="259"/>
            <p14:sldId id="260"/>
          </p14:sldIdLst>
        </p14:section>
        <p14:section name="安裝" id="{eb9bcde2-c0b6-2e93-9ba3-9eb96d9a3892}">
          <p14:sldIdLst>
            <p14:sldId id="261"/>
            <p14:sldId id="262"/>
            <p14:sldId id="263"/>
          </p14:sldIdLst>
        </p14:section>
        <p14:section name="S 案操作" id="{057651f2-49e0-3037-f88c-e8d0593eed5f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 案操作" id="{22fb2677-5b4c-e27c-597c-d8c8677ca095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6faf2715-b9eb-6688-597b-f87e14468baf}">
          <p14:sldIdLst>
            <p14:sldId id="277"/>
            <p14:sldId id="278"/>
            <p14:sldId id="279"/>
          </p14:sldIdLst>
        </p14:section>
        <p14:section name="降壓選料" id="{ecfc5ed3-6c17-32da-30b7-5213913f88ae}">
          <p14:sldIdLst>
            <p14:sldId id="280"/>
            <p14:sldId id="281"/>
            <p14:sldId id="282"/>
          </p14:sldIdLst>
        </p14:section>
        <p14:section name="看懂輸出" id="{31816946-397f-c8ab-5031-c128493d4796}">
          <p14:sldIdLst>
            <p14:sldId id="283"/>
            <p14:sldId id="284"/>
            <p14:sldId id="285"/>
          </p14:sldIdLst>
        </p14:section>
        <p14:section name="疑難排解" id="{98d822d7-1243-f7a9-89e6-551f5bde30aa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S 案 / W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run_CLI.bat：命令列；run_S_streamlit.bat：S 案．瀏覽器；run_W_webview.bat：W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不對就按右邊的「瀏覽…」，或選「— 手動輸入路徑 —」自己貼路徑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/ 未命中 / Knowledge / Total Qty　篩選鈕七個，各自帶列數　搜尋框：比對 P/N、Description、Location　「⤢ 放大」一次看三倍的列數　表格可直接改；狀態欄的色點對應 Excel 色底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上方灰框是這次要寫出去的完整路徑　已經有同名檔時會出現黃色警告　要勾「確認覆蓋」，「▶ 產出 Excel」才按得下去（沒勾是灰的）　下方日誌和 W 案同一套配色：✓ 綠、[請人工確認] / [警告] / [提示] 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W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S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表格上方的篩選鈕與搜尋框，各自帶列數　所有欄位都在表格裡改：RC/EC 是下拉，其餘直接打字　未命中的列顯示「— 無命中 —」，直接補料號　滑過 Description 或 Location 會跳氣泡，顯示完整內容　下方「執行日誌」整列寬、可收合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輸出路徑可以直接在這裡改，或按右邊的「變更…」　確認無誤後按「▶ 產出 Excel」　「開啟輸出資料夾」會直接叫出檔案總管　同名檔會先跳確認視窗；按「取消」就不產出，確定覆蓋時日誌會留下紀錄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S 案瀏覽器打不開　W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S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S 案其他頁面與 W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W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點選任一列可直接跳到該頁；每頁下方置中的「☰ 目錄」可以回到這裡。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S 案 / W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run_S_streamlit.bat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S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可編輯表格後再產出，有篩選鈕與搜尋框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run_W_webview.bat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W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表格佔滿整列，滑鼠氣泡看完整內容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S 案 / [OK] W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45112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0530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148396" y="28893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3814" y="28047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474561" y="168030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9979" y="159572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</p:txBody>
      </p:sp>
      <p:sp>
        <p:nvSpPr>
          <p:cNvPr id="13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綠色「雙面板模式」／藍色「單面板模式」會告訴你這次怎麼輸出。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是這次要跑的那一支 —— 選錯是最常見的失誤。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2_br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33283" y="19372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8701" y="18526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157188" y="26777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72606" y="25931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40839" y="217903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56257" y="20944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52668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086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3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26221" y="17143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41639" y="16297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97266" y="214503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12684" y="20604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53128" y="21110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68546" y="20264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170996" y="210724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6413" y="202266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880140" y="274199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95558" y="265741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/ 未命中 / Knowledge / Total Qty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七個，各自帶列數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搜尋框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：比對 P/N、Description、Location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⤢ 放大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」一次看三倍的列數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表格可直接改；狀態欄的色點對應 Excel 色底</a:t>
            </a:r>
            <a:endParaRPr lang="en-US" sz="1100" dirty="0"/>
          </a:p>
        </p:txBody>
      </p:sp>
      <p:sp>
        <p:nvSpPr>
          <p:cNvPr id="1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篩選後編輯一樣寫回原本的位置（依原始列號）。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色底要切到「色底檢視」頁籤 —— Streamlit 的限制。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4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40804" y="14649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56222" y="13803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40804" y="184277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6222" y="17581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42357" y="20543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7775" y="19697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640804" y="27646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56222" y="26800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上方灰框是這次要寫出去的完整路徑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已經有同名檔時會出現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黃色警告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要勾「確認覆蓋」，「▶ 產出 Excel」才按得下去（沒勾是灰的）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下方日誌和 W 案同一套配色：✓ 綠、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[請人工確認] / [警告] / [提示] 紅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5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46561" y="114001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1978" y="105543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246561" y="12684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61978" y="11838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58390" y="98510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3808" y="90052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939355" y="33465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773" y="32619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S 案其他頁面與 W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W 案步驟 3、4。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73256" y="149186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88674" y="140728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717786" y="249924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3204" y="241465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17786" y="277127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3204" y="268669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191845" y="31835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7263" y="30989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47990" y="38509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63408" y="37663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357616" y="332809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73034" y="324351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欄位與 S 案相同；輸入檔按「瀏覽…」，輸出路徑按「變更…」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19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[run_W_webview.bat]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186591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178133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724287" y="216770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39705" y="208311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030325" y="271176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45743" y="262718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837926" y="216770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53344" y="208311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60527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2069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與搜尋框，各自帶列數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所有欄位都在表格裡改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：RC/EC 是下拉，其餘直接打字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滑過 Description 或 Location 會跳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氣泡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，顯示完整內容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執行日誌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」整列寬、可收合</a:t>
            </a:r>
            <a:endParaRPr lang="en-US" sz="1100" dirty="0"/>
          </a:p>
        </p:txBody>
      </p:sp>
      <p:sp>
        <p:nvSpPr>
          <p:cNvPr id="1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氣泡裡還有 Footprint、原始 Part 與比對狀態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這三項是表格上唯一看不到的資訊。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5272" y="146211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20690" y="137752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327862" y="169589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3280" y="161130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43502" y="145786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58920" y="137327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97884" y="2750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3302" y="2665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87820" y="14876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03238" y="14030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87820" y="185316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03238" y="176857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87820" y="25842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03238" y="24996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858054" y="29497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73472" y="28652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390495" y="154287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05913" y="145828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69030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84448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66342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81760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12873" y="21506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328291" y="20661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輸出路徑可以直接在這裡改，或按右邊的「變更…」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確認無誤後按「▶ 產出 Excel」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同名檔會先跳確認視窗；按「取消」就不產出，確定覆蓋時日誌會留下紀錄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檔案設定與比對結果頁的右上角也有「▶ 產出 E-BOM」，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不必切到這一頁也能產出。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S 案的 .py 必須用 streamlit 啟動，一律走 run_S_streamlit.bat。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S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W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run_W_webview_debug.bat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2026-10-27T07:55:40Z</dcterms:created>
  <dcterms:modified xsi:type="dcterms:W3CDTF">2026-10-27T07:55:40Z</dcterms:modified>
</cp:coreProperties>
</file>