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591c808a-aa30-887e-7774-ed9834297a40}">
          <p14:sldIdLst>
            <p14:sldId id="256"/>
            <p14:sldId id="257"/>
          </p14:sldIdLst>
        </p14:section>
        <p14:section name="認識工具" id="{4f0c883c-30d0-c0a2-1cb9-f7405d6d3d1f}">
          <p14:sldIdLst>
            <p14:sldId id="258"/>
            <p14:sldId id="259"/>
            <p14:sldId id="260"/>
          </p14:sldIdLst>
        </p14:section>
        <p14:section name="安裝" id="{84617215-b559-4e28-5a5f-bd4036841ece}">
          <p14:sldIdLst>
            <p14:sldId id="261"/>
            <p14:sldId id="262"/>
            <p14:sldId id="263"/>
          </p14:sldIdLst>
        </p14:section>
        <p14:section name="C 案操作" id="{8cba8d6f-86cd-81d2-d708-2e104f2cd01d}">
          <p14:sldIdLst>
            <p14:sldId id="264"/>
            <p14:sldId id="265"/>
            <p14:sldId id="266"/>
            <p14:sldId id="267"/>
            <p14:sldId id="268"/>
          </p14:sldIdLst>
        </p14:section>
        <p14:section name="D 案操作" id="{8b5a1cfc-6390-f009-5a46-ba52def630b1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雙面板" id="{cf23f18f-639b-59d9-07bc-98132dfe1bd1}">
          <p14:sldIdLst>
            <p14:sldId id="275"/>
            <p14:sldId id="276"/>
            <p14:sldId id="277"/>
          </p14:sldIdLst>
        </p14:section>
        <p14:section name="降壓選料" id="{2b9a22c6-a95c-e0cb-deb1-b541a9cf9d5a}">
          <p14:sldIdLst>
            <p14:sldId id="278"/>
            <p14:sldId id="279"/>
            <p14:sldId id="280"/>
          </p14:sldIdLst>
        </p14:section>
        <p14:section name="看懂輸出" id="{6b282f7a-ebf0-82ce-9c09-9a7948228737}">
          <p14:sldIdLst>
            <p14:sldId id="281"/>
            <p14:sldId id="282"/>
            <p14:sldId id="283"/>
          </p14:sldIdLst>
        </p14:section>
        <p14:section name="疑難排解" id="{302e86ae-d588-d7ff-8bd8-064961e8b439}">
          <p14:sldIdLst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C 案 / D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run_CLI.bat：命令列；run_C_streamlit.bat：C 案．瀏覽器；run_D_webview.bat：D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四個檔案由程式自動偵測，候選依最後修改時間排序，最新的排第一個　偵測是看「內容」不是看檔名 —— 把產出的 E-BOM 丟回資料夾不會被誤認　不對就按右邊的「瀏覽…」自己選　輸出路徑預設在 output\，副檔名一律強制 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/ 未命中 / Knowledge / Total Qty　表格可直接改 P/N、RC/EC、Description、Qty、Location　改完按「儲存修改」才會帶進產出的 Excel　狀態欄的 🟠🟡🟢⚪ 對應輸出 Excel 的橘／黃／綠底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按「▶ 產出 Excel」，檔案直接寫到輸出路徑　下方日誌會列出 PCB 圖片尺寸、實際輸出路徑、項數與 Total Qty　「⤓ 下載 xlsx」可另存一份到瀏覽器的下載目錄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C 案相同，每個都有「瀏覽…」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點任何一列，右側會顯示該料件的 Footprint、RC/EC、P/N、比對狀態　未命中的列顯示「— 無命中 —」，直接在格子裡補料號　表格上方的篩選鈕：全部 / 未命中 / NC / 替代料 / Knowledge / 需確認 / Location 未知　底色與輸出 Excel 一致，編輯與色底可以並存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確認輸出路徑後按「▶ 產出 Excel」　「開啟輸出資料夾」會直接叫出檔案總管　底部動作列隨時可以產出，不必回到這一頁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這些列標紫底，Excel 的圖例也會多一列說明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C 案瀏覽器打不開　D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27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BOM Matcher v0.10 操作 SOP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766560" y="4727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2026-10-20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Layout" Target="../slideLayouts/slideLayout4.xml"/><Relationship Id="rId6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2026-10-20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C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015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34015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4845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36484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953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D 案　原生視窗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38953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422452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4714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44714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1830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471830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932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119872" y="93268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663440" y="11795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119872" y="11795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63440" y="14264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14264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1755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119872" y="175564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20025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200253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224942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224942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5786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257860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28254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28254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307238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34015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34015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364845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36484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38953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38953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42245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422452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44714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44714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點選任一列可直接跳到該頁；每頁右下角的「☰ 目錄」可以回到這裡。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Text BOM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478024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9776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零件資料庫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4498848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26864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Knowledge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6519672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pcb.jpg / png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C 案 / D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C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run_D_webview.bat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D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篩選鈕：未命中 / NC / 替代料 / 需確認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C 案 / [OK] D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1_fi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偵測是看「內容」不是看檔名 —— 把產出的 E-BOM 丟回資料夾不會被誤認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不對就按右邊的「瀏覽…」自己選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輸出路徑預設在 output\，副檔名一律強制 .xlsx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選錯檔案是最常見的失誤。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2_brows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3_ro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/ 未命中 / Knowledge /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改完按「儲存修改」才會帶進產出的 Excel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狀態欄的 🟠🟡🟢⚪ 對應輸出 Excel 的橘／黃／綠底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C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4_ex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產出 Excel」，檔案直接寫到輸出路徑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下方日誌會列出 PCB 圖片尺寸、實際輸出路徑、項數與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「⤓ 下載 xlsx」可另存一份到瀏覽器的下載目錄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138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欄位與 C 案相同，每個都有「瀏覽…」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v0.08　[run_D_webview.bat]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47777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563195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底色與輸出 Excel 一致，編輯與色底可以並存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確認輸出路徑後按「▶ 產出 Excel」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底部動作列隨時可以產出，不必回到這一頁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這些列標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，Excel 的圖例也會多一列說明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C 案的 .py 必須用 streamlit 啟動，一律走 run_C_streamlit.bat。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C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D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run_D_webview_debug.bat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Location-Top / Location-Bottom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2026-10-21T06:00:06Z</dcterms:created>
  <dcterms:modified xsi:type="dcterms:W3CDTF">2026-10-21T06:00:06Z</dcterms:modified>
</cp:coreProperties>
</file>